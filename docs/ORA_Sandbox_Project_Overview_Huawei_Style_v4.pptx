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82daa8bb74af5" /><Relationship Type="http://schemas.openxmlformats.org/officeDocument/2006/relationships/extended-properties" Target="/docProps/app.xml" Id="Raa3d41abf9c44afb" /><Relationship Type="http://schemas.openxmlformats.org/officeDocument/2006/relationships/officeDocument" Target="/ppt/presentation.xml" Id="Rf67733a5ab2b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4c050b319412d"/>
  </p:sldMasterIdLst>
  <p:notesMasterIdLst>
    <p:notesMasterId xmlns:r="http://schemas.openxmlformats.org/officeDocument/2006/relationships" r:id="R6f0e09acff604338"/>
  </p:notesMasterIdLst>
  <p:sldIdLst>
    <p:sldId xmlns:r="http://schemas.openxmlformats.org/officeDocument/2006/relationships" id="256" r:id="R4b4489b2bccb433d"/>
    <p:sldId xmlns:r="http://schemas.openxmlformats.org/officeDocument/2006/relationships" id="257" r:id="R6f75be3ee7284bea"/>
    <p:sldId xmlns:r="http://schemas.openxmlformats.org/officeDocument/2006/relationships" id="258" r:id="R83610261d73d4532"/>
    <p:sldId xmlns:r="http://schemas.openxmlformats.org/officeDocument/2006/relationships" id="259" r:id="R2c138b15031c472d"/>
    <p:sldId xmlns:r="http://schemas.openxmlformats.org/officeDocument/2006/relationships" id="260" r:id="R992262a5e6334dc4"/>
    <p:sldId xmlns:r="http://schemas.openxmlformats.org/officeDocument/2006/relationships" id="261" r:id="Ra769f00a7fd1412c"/>
    <p:sldId xmlns:r="http://schemas.openxmlformats.org/officeDocument/2006/relationships" id="262" r:id="Ra1b0d9fdf48d4e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755c8586b40c4" /><Relationship Type="http://schemas.openxmlformats.org/officeDocument/2006/relationships/slideMaster" Target="/ppt/slideMasters/slideMaster1.xml" Id="R6af4c050b319412d" /><Relationship Type="http://schemas.openxmlformats.org/officeDocument/2006/relationships/notesMaster" Target="/ppt/notesMasters/notesMaster1.xml" Id="R6f0e09acff604338" /><Relationship Type="http://schemas.openxmlformats.org/officeDocument/2006/relationships/presProps" Target="/ppt/presProps.xml" Id="R76699c4d65ff4292" /><Relationship Type="http://schemas.openxmlformats.org/officeDocument/2006/relationships/tableStyles" Target="/ppt/tableStyles.xml" Id="Rc59c57e5f0ce4a96" /><Relationship Type="http://schemas.openxmlformats.org/officeDocument/2006/relationships/slide" Target="/ppt/slides/slide1.xml" Id="R4b4489b2bccb433d" /><Relationship Type="http://schemas.openxmlformats.org/officeDocument/2006/relationships/slide" Target="/ppt/slides/slide2.xml" Id="R6f75be3ee7284bea" /><Relationship Type="http://schemas.openxmlformats.org/officeDocument/2006/relationships/slide" Target="/ppt/slides/slide3.xml" Id="R83610261d73d4532" /><Relationship Type="http://schemas.openxmlformats.org/officeDocument/2006/relationships/slide" Target="/ppt/slides/slide4.xml" Id="R2c138b15031c472d" /><Relationship Type="http://schemas.openxmlformats.org/officeDocument/2006/relationships/slide" Target="/ppt/slides/slide5.xml" Id="R992262a5e6334dc4" /><Relationship Type="http://schemas.openxmlformats.org/officeDocument/2006/relationships/slide" Target="/ppt/slides/slide6.xml" Id="Ra769f00a7fd1412c" /><Relationship Type="http://schemas.openxmlformats.org/officeDocument/2006/relationships/slide" Target="/ppt/slides/slide7.xml" Id="Ra1b0d9fdf48d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2c8af65ca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ef447a34024be7" /><Relationship Type="http://schemas.openxmlformats.org/officeDocument/2006/relationships/notesMaster" Target="/ppt/notesMasters/notesMaster1.xml" Id="Re183cdd25c1c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2bf99413a04c8c" /><Relationship Type="http://schemas.openxmlformats.org/officeDocument/2006/relationships/notesMaster" Target="/ppt/notesMasters/notesMaster1.xml" Id="Ree68205cb7b1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828da5b0a47d4" /><Relationship Type="http://schemas.openxmlformats.org/officeDocument/2006/relationships/notesMaster" Target="/ppt/notesMasters/notesMaster1.xml" Id="R3b946f6099c8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606838b9b546a1" /><Relationship Type="http://schemas.openxmlformats.org/officeDocument/2006/relationships/notesMaster" Target="/ppt/notesMasters/notesMaster1.xml" Id="R8c9867c8fa8e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d377a423a64cbe" /><Relationship Type="http://schemas.openxmlformats.org/officeDocument/2006/relationships/notesMaster" Target="/ppt/notesMasters/notesMaster1.xml" Id="R222efa63102142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361403732c487e" /><Relationship Type="http://schemas.openxmlformats.org/officeDocument/2006/relationships/notesMaster" Target="/ppt/notesMasters/notesMaster1.xml" Id="R026c92fee88045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d32381180442d" /><Relationship Type="http://schemas.openxmlformats.org/officeDocument/2006/relationships/notesMaster" Target="/ppt/notesMasters/notesMaster1.xml" Id="Rfa700eac1ff441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</a:t>
            </a:r>
          </a:p>
          <a:p xmlns:a="http://schemas.openxmlformats.org/drawingml/2006/main">
            <a:r>
              <a:t>https://github.com/ora-space/sandbox/blob/main/README.md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https://github.com/ora-space/sandbox/blob/main/README.md</a:t>
            </a:r>
          </a:p>
          <a:p xmlns:a="http://schemas.openxmlformats.org/drawingml/2006/main">
            <a:r>
              <a:t>https://github.com/ora-space/sandbox/blob/main/docs/requirements-response.md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https://github.com/ora-space/sandbox/blob/main/README.md</a:t>
            </a:r>
          </a:p>
          <a:p xmlns:a="http://schemas.openxmlformats.org/drawingml/2006/main">
            <a:r>
              <a:t>https://github.com/ora-space/sandbox/blob/main/docs/configuration.md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https://github.com/ora-space/sandbox/blob/main/docs/effects-api.md</a:t>
            </a:r>
          </a:p>
          <a:p xmlns:a="http://schemas.openxmlformats.org/drawingml/2006/main">
            <a:r>
              <a:t>https://github.com/ora-space/sandbox/blob/main/docs/requirements-response.md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https://github.com/ora-space/sandbox/blob/main/docs/effects-api.md</a:t>
            </a:r>
          </a:p>
          <a:p xmlns:a="http://schemas.openxmlformats.org/drawingml/2006/main">
            <a:r>
              <a:t>https://github.com/ora-space/sandbox/blob/main/docs/verification.md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https://github.com/ora-space/sandbox/blob/main/docs/deployment.md</a:t>
            </a:r>
          </a:p>
          <a:p xmlns:a="http://schemas.openxmlformats.org/drawingml/2006/main">
            <a:r>
              <a:t>https://github.com/ora-space/sandbox/blob/main/docs/configuration.md</a:t>
            </a:r>
          </a:p>
          <a:p xmlns:a="http://schemas.openxmlformats.org/drawingml/2006/main">
            <a:r>
              <a:t>https://github.com/ora-space/sandbox/blob/main/deploy/ora-actor-template.json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https://github.com/ora-space/sandbox/blob/main/docs/verification.md</a:t>
            </a:r>
          </a:p>
          <a:p xmlns:a="http://schemas.openxmlformats.org/drawingml/2006/main">
            <a:r>
              <a:t>https://github.com/ora-space/sandbox/blob/main/docs/deployment.md#10-%E7%94%9F%E4%BA%A7%E5%B7%AE%E8%B7%9D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0602a7f86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c5571ae1d49ec" /><Relationship Type="http://schemas.openxmlformats.org/officeDocument/2006/relationships/slideLayout" Target="/ppt/slideLayouts/slideLayout1.xml" Id="R9c8a992845d4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a992845d4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730ff6bb243ee" /><Relationship Type="http://schemas.openxmlformats.org/officeDocument/2006/relationships/notesSlide" Target="/ppt/notesSlides/notesSlide1.xml" Id="Raf8646a2b1e3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d649f9bb94882" /><Relationship Type="http://schemas.openxmlformats.org/officeDocument/2006/relationships/notesSlide" Target="/ppt/notesSlides/notesSlide2.xml" Id="R95805ba85e2242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83382914349b3" /><Relationship Type="http://schemas.openxmlformats.org/officeDocument/2006/relationships/notesSlide" Target="/ppt/notesSlides/notesSlide3.xml" Id="Rc2e3e46a2c78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d6a786064e2f" /><Relationship Type="http://schemas.openxmlformats.org/officeDocument/2006/relationships/notesSlide" Target="/ppt/notesSlides/notesSlide4.xml" Id="Raa3d742ff7aa4c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f09ded4c4cf5" /><Relationship Type="http://schemas.openxmlformats.org/officeDocument/2006/relationships/notesSlide" Target="/ppt/notesSlides/notesSlide5.xml" Id="R69ee59ab6a3e44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8ffa69de34ef3" /><Relationship Type="http://schemas.openxmlformats.org/officeDocument/2006/relationships/notesSlide" Target="/ppt/notesSlides/notesSlide6.xml" Id="Rd93ed81bf4204b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9986b1f4648e1" /><Relationship Type="http://schemas.openxmlformats.org/officeDocument/2006/relationships/notesSlide" Target="/ppt/notesSlides/notesSlide7.xml" Id="Rb91cad64c37d46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A82B-FC6F-46BF-907D-6750053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0FBF-4C3E-435E-9253-E3A49FA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FEF4F-8D8F-42F2-AEE4-194A3949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6CA58-75EA-4647-A8B4-C05940CE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34000"/>
            <a:ext cx="304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233AC-84A6-463C-9D50-10A539A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AAD1E-8EC1-4878-875D-A6C0D2ED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Agent Substrate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FFD1D-12DB-4376-872E-C6F39D6E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Ora Cloud 与 Agent Substrate 之间的沙盒适配层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7B490-19C1-4CF1-BDE3-C156573C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EA990-A163-4CB9-8383-50121267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Effects 生命周期管理 / 受控 WebSocket 路由 / Workspace 跨代恢复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B46EF-C975-4BB1-9E95-F57FAC37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项目介绍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3D078-38D3-4ECE-99CD-871FA7E2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单集群 POC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架构与能力概览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4BB60-0F08-4D37-9046-98C0B0FC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github.com/ora-space/sandbox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A83C2-50FE-428D-8E0E-9943CB4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87964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26A70-50A4-472D-BDD2-4B03E04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7F6CF-A980-4C57-A77B-10376C9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D16C1-AD85-4579-98CE-DC6CD2B7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项目定位与责任边界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C9727-41A9-4F39-8E87-AB88B20C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面向 Ora Cloud 与 Agent Substrate 的独立沙盒适配层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F610F-2F06-484D-AA55-AD739A3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20989-2F74-4093-9077-41E12FE8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核心定位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7A420-3663-43AC-96E3-484679E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把 Cloud 已持久化的生命周期 effect，转换为 Actor、DATA Tag 与 Workspace 操作，并通过受控 WebSocket 路由连接沙盒内的 Ora Node v1。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B45B3-8F73-42F9-9377-367D1F4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9D95-5720-4425-9CDE-0A3C73D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项目解决的问题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BC60-350C-43B5-BCD0-7DA858B6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lnSpc>
                <a:spcPct val="108000"/>
              </a:lnSpc>
              <a:spcAft>
                <a:spcPts val="700"/>
              </a:spcAft>
              <a:buNone/>
              <a:def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生命周期请求可重试：effectId 既是幂等键，也是 sandboxInstanceId。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700"/>
              </a:spcAft>
              <a:buNone/>
              <a:def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一个 Workspace 同时最多存在一个未终止 Actor，避免并发写入与状态分叉。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700"/>
              </a:spcAft>
              <a:buNone/>
              <a:def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沙盒替换时保留 /workspace 数据，Node 身份稳定，但运行代次明确变化。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700"/>
              </a:spcAft>
              <a:buNone/>
              <a:def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Controller 不直接暴露内部 atenet 或 Actor 端口，所有连接经受控 router 转发。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2455-12D4-41EC-A0F4-2738E71B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4076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1E137-70A1-4667-8DD3-DF45BC6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1143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C632B-812E-4C7E-868D-AFFBFCC2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当前范围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CE202-488B-4EFA-935C-DD5643F8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已覆盖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50F60-A3CB-4D43-B011-11E52F2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sandbox_ensure / sandbox_terminate / workspace_data_delete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gVisor Actor 内 Ora Node v1 与 readiness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DATA snapshot、Tag 发布与下一代恢复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binary WebSocket 双向转发与 16 MiB 消息上限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D5489-31A6-4AC1-91C4-E647503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尚未承诺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B5329-4598-44D5-B500-B8772598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3219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生产级入口鉴权、TLS、细粒度授权、高可用 journal、多副本 fencing、连接配额与完整 Agent 任务协议。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F21A3-FC21-49F9-AB19-506A3E82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3D554-658A-41C2-8EC9-89E1BB1F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7418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39150" y="28098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62600" y="28098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86050" y="28098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64D1D8-766E-4173-B745-6D7D42C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2EC1F-9123-4F70-B086-65DC3F26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7DF06-7458-443C-9D73-EC20F1D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总体架构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E2CE3-A4FD-4CF7-B1EB-C97D0D7B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控制面负责生命周期与寻址，运行面在 gVisor Actor 内执行 Ora Node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FA191-DEBC-4B7D-AB92-A2A04819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B07DC-4E2E-4213-97AA-69C92CB0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0955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31DD9-E53C-490F-8921-767A23E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Ora Cloud / Controller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CBAEF-3EF6-4A2C-9A16-174E28A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1D402-94FE-4D95-9A7F-21F4FFB5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规划并持久化 effect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发起 HTTP 与 WebSocket 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3B11B-C88B-4A94-8013-20E43558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66900"/>
            <a:ext cx="2343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00E14-6AC0-478E-84EC-4B3B4BF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sandbox-service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36177-7C03-4994-A1BF-C199FD29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2580D-8E43-4D67-9D73-E2390600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18002 Effects API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18001 受控 router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单机原子 journal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200F1-398A-4518-9666-B30A682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343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D26A6-172D-457E-987F-0E316399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Agent Substrate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94D97-C323-4778-8D47-EF92F70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40E84-B784-4E11-9E55-F57BD158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kubectl-ate / ate-api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18000 atenet ingress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Actor、Tag 与寻址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A8FF7-622A-408A-BF55-4B6C79E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4955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23EA1-A217-4DC5-8902-D37F656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gVisor Actor / Ora Node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EDB63-C2FC-4FDA-A414-18A08D0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15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0CE8F-9E34-4C80-AEDA-B76526F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:80 /readyz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/process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/ora-node/v1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64ED7-14DC-4203-9195-B2713D4B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38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HTTP / 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3AE64-B081-46D7-84AE-51C8F058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38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平台操作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CF7FF-7453-4AA9-8ACA-9CD8F80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0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内部路由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23067-F34E-4890-8018-EEEDDCC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0877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6CA40-AD8D-46B1-BA89-F2632B5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持久数据面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396ACC-58C5-4589-935A-E9EC7B75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/workspace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5129D-1ADF-419D-B35F-8A622F6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durableDir 保存仓库、worktree 与 Node 持久账本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A2103-E692-4708-BD27-B49F2758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F81649-BED0-4C4B-82CB-74CF1EFA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DATA Tag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411DCA-3A39-4ACB-B098-8A16C09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terminate 时生成 DATA snapshot，下一代 Actor 从当前 Tag 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37110C-D191-41C0-8435-46ED6D2A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端口边界：Controller 仅访问 18001 / 18002，18000 与 Actor :80 保持内部可达。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E43EC1-19AD-46B3-8AC1-8FD096F3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92F5D-B339-470B-B811-0CC2200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6347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63291E-8E80-4516-AE5A-F9AF825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A2ABA-9F6B-47C9-B521-4EF062EF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E52B1-200F-4818-BE62-CF8F6F9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核心能力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0AB08-9D12-41E5-826F-BEDA8ABC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五项能力共同构成可恢复、可寻址、可审计的 POC 主路径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804A2-A144-4435-9767-E79A12C1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81777-3720-4289-9B71-504DD7C3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07274-D6AC-40A7-AEBD-9A94453F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53B9F-527B-4DFF-97C9-085B473D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DB28F-E23A-48E2-AA35-06BE1E3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24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幂等 Effects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8B5DD-C294-4B4F-895D-1D7648D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664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GET 查询已持久化 intent，PUT 首次持久化后执行；同 ID 同请求可重试，不同 payload 返回 409。状态限定为 running、succeeded、failed。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5F8BF-F7D9-4495-8350-0FE6B5B2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1CE1D-B177-410D-875B-6BA8EC2D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469BB-FA9C-4369-ABD0-9B02527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A21E3-EA66-4D5C-ACCB-A938BC63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90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Workspace 单实例约束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E7A1E-FA1A-4A28-951B-C301F9A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90775"/>
            <a:ext cx="664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journal 拒绝第二个未终止 ensure。失败 effect 可在旧实例终止后继续以同一 ID 重试，避免重复创建与孤儿 Actor。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2BDCB-AA52-4148-9E78-EF8CFD3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08E7A-5FA9-450D-8DA4-23865910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C8B7F-9443-4EF6-9C27-F3F9324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0C424-DA1E-4544-90D1-5648B374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受控 WebSocket 路由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3B265-4311-40AF-99CB-B49843AF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664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router 校验 effect、当前活动 sandbox、tombstone 与 Actor 状态，再连接上游 Node。binary message 原样转发，并保留 ping/pong、背压和 close 语义。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07689-3E75-4EF9-87B9-6EC6238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DFF4B-69ED-404F-AA26-0F5CD13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F2934-AAF8-4C84-B44D-DA0D65A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77035-9FD2-460D-8A29-929E249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跨代数据恢复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D8B59-56C2-458F-8B3B-387DA17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664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terminate 先写 tombstone，再 suspend、生成 DATA Tag、删除 Actor并发布当前 Tag。恢复 /workspace 数据，不恢复旧进程内存与旧连接。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9643F0-9D9C-452B-82EA-4F927A4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48225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894F44-98B1-454B-A3A7-1723952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20AF5-EA35-486F-B0D6-12630A74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09A9E-9601-4762-91D0-EF489064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91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稳定身份与审计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E55C8-9154-407A-87A3-1EB84A5C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664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node_id 与 Workspace 绑定并跨代稳定，incarnation_id 随 Node 进程启动变化；journal 保留 effect 请求、结果、错误、Tag 与 tombstone。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DC7D4-F358-474F-A4CB-97D50D8E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15000"/>
            <a:ext cx="965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FB448-74D4-40DB-BBA3-78086034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04D30E-4DE9-4D0E-80E9-F89EBFC9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6611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534400" y="3533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53100" y="3533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71800" y="3533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5BBD79-596A-463D-A315-22B393A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7AE8-75CA-4678-9573-D9AEA1F2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21838-6D3A-4A01-870A-60C52F1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沙盒生命周期与恢复语义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9EEC-CC55-4F78-B9CA-DF1507D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effectId 贯穿请求幂等、Actor 身份与路由寻址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1E1E2-5B07-45B6-BB2D-511EB9B1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71F06-8A42-46CC-9C7D-3D6BAA1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effectId = 幂等键 = sandboxInstanceId = Actor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7189C-F8E0-40D0-8392-EF5146B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24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同一 Workspace 同时最多一个活动实例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103E-7C62-4ADC-96A7-0D9DC09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46B0B-AC0D-4239-92FD-EBBB92B7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400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A4633-5D7D-4BDF-BA6A-E820E7C8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39A36-3E18-424B-A9C3-DC91F0F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Ensure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764F-2592-4A02-BA15-84AF2D0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3B7C3-2CBB-4E19-BE99-90A5E17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先写入 intent，再创建 Actor并等待 /readyz。成功后返回 nodeId 与 sandboxInstanceId。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D2B13-6BFE-434F-907D-A25E404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7C999-40EB-468B-956D-0B2718EC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400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2A663-7FFB-425A-AE7F-E463E55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EEA3A-FA7D-4293-89F2-DC58AE12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Run &amp;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9F257-4727-4659-B88A-8738E55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A61D9-62B1-40C2-BEC2-EB035259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Controller 通过 Ate-Target-Actor 寻址。Node 首帧执行 v1 hello，业务帧保持 binary WebSocket。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F4094-D6BA-4AB3-8079-A955F9B6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610EE-54FE-4881-A3ED-B5328774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400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479BC-CBED-4D6A-A297-C7C2A36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CEF2E-8064-4E41-961A-E2A0248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Terminate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D6D30-36B9-4EC5-9E8F-C1CAB2F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F7113-DAEE-4FC2-975E-5DDF0795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先持久化 tombstone，随后 suspend、生成 DATA snapshot、删除 Actor并发布 Tag。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D5DFC-D65F-4AB3-B3ED-929993B7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24003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A3008-ACEF-4302-A8A0-CD49C537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62200"/>
            <a:ext cx="2400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8A749F-3B65-4F0A-9D13-EE9181B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68827-9168-4FBD-A8AE-6E1DC12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Next Actor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DD5CD-98A3-4CD8-8093-28F09C43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C7311F-4FFF-4F12-9389-CAB3306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新 ensure 从当前 DATA Tag 创建 Actor。/workspace 恢复，nodeId 不变，incarnation_id 更新。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93B62-E59A-4B7D-A152-2986620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D633C1-20C1-41BD-97C9-73C069EC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4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安全顺序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C4E9BC-A5A2-4F55-934C-380D6531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tombstone、suspend、DATA Tag、delete Actor、publish current Tag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71BA8A-6772-400C-A0AF-2D891D7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197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确认完成后将 effect 标记为 succeeded；若无法确认终止或 Tag，则禁止分配下一代 sandbox。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914DAF-32E1-4ADE-A635-F412FFB6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AC6497-0885-4E17-BFB2-CFC8BFF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4744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3705EC-0821-4798-85FA-48E4BAB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D32F8-C048-4392-AE2B-EF4F88E7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D7538-796D-488B-A297-1A76A7A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部署路径与配置一致性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7A79F-6437-4621-B08B-AD1791C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样例采用单机控制侧加 Agent Substrate 集群的最短部署路径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2AD5C-04E4-45FA-B6BE-8AEA05F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55AD9-A2A0-4B39-BE2C-A0A5340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部署链路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ED6AD-28C9-4AF2-A410-2791114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8FE15-BF12-44AD-A777-2FDBDAF0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验证与构建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C3A72-DF51-4BC4-83FB-BD7E97D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make test / test-race / vet /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E310C-ACB8-494E-BD17-6EE8AB5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6F515-12DB-42D6-8FBB-97EC7CB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9A244-5C9E-41A7-8962-4BC30D9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构建 runtime 镜像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5E8E1-98FC-4E1E-9E68-8BA7B12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推送 OCI registry，并把不可变 digest 写入 ActorTemplate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DFB1C-A314-4ACF-960F-0DD5C180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644B8-0867-4DC6-B71A-CABE2F57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19CAC-FDED-4924-8889-AD1FA19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创建 ActorTemplate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44422-1254-47D3-9F20-EBD44F40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配置 atespace、Worker selector、snapshot storage、gVisor 与资源上限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2A12D-4B46-4756-98DD-A380169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D50D2-20D1-42B3-9916-68428D57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EC72D-F6C3-41FB-AD1E-8DF6D00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安装生命周期服务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71B3A-AF70-4E32-9BB2-5301BED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以 systemd 启动 ora-sandbox-service，持久化单机 journal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270C9-7BF3-4C98-9F61-1FF45B0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C0661-3B4F-4188-8113-B36563ED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324F0-6BD4-41B0-A980-015B10E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75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配置 Ora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5FADA-7458-4CB1-85C2-6993BED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effects_url、router_url、atespace 与 controller_id 必须一致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A7847-568C-41FF-A939-077F419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E3DD1-BF96-4B20-99E6-7003491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4076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solidFill>
              <a:srgbClr val="F4F4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49ADB-6535-4780-9857-27B4A2A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407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80690-C582-4853-AD50-6414CEAE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关键配置必须同源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9D502-4AE7-4B38-B58B-79059B0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四个一致值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26983-54BB-4F9A-898B-5D2F02C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atespace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ActorTemplate name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controller_id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端口与入口地址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1BB13-6BAF-4015-AFAE-2C856231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示例资源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18A4F-DE69-4BF1-B5B5-E65DACF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42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1 CPU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768 MiB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gVisor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/workspace durableDir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46B66-464E-4131-934E-D1A2C638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9DFF6-F531-41AF-9A89-93FA81AF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暴露边界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8F986-6962-4A2B-BBA7-AD5B7D02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仅向 Controller 暴露 18001 / 18002。跨主机使用带认证的 https / wss 入口，不暴露内部 18000。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998BE1-C757-4FBB-83F1-FDE935D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BEF8F0-4E3E-4C19-A300-8179D60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0793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C0448-75EE-4058-BE81-29A9AE9D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6650A-5794-4E2F-93EA-E40B12F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51853-C848-45DC-A60D-47F1344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000" b="1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验证结论与生产化重点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82B5-03F2-48CB-ABB2-4A4D1F54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666666"/>
                </a:solidFill>
                <a:latin typeface="HarmonyOS Sans SC"/>
                <a:ea typeface="HarmonyOS Sans SC"/>
                <a:cs typeface="HarmonyOS Sans SC"/>
              </a:rPr>
              <a:t>POC 主路径已在真实 Agent Substrate、gVisor Actor 与 DATA snapshot 上验证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5CCBA-140B-423B-AEF4-F85187A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BE917-3334-4C90-8FF6-6993F22F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72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已验证的关键行为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6FBDD-C122-4519-8A76-8379BEB3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B0F24-0C24-444E-8D0B-7DAF9D6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30E31-3CCE-44EA-B949-4B6A3379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ensure 返回 sandboxInstanceId=effectId 与稳定 nodeId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E03C5-2F46-4909-BEE5-A9D86A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D339D-847A-46A9-8DFA-363B7CDC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AF347-36CB-459F-A58F-F7D89A24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同 ID 不同 payload 返回 409；未知 effect GET 返回 404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C820C-B923-4FC1-8BB1-D474E8F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7EF5A-B8A4-4641-A7AE-C04AD9C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082D0-F24D-489B-8332-BFB8906D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首代写入 /workspace，terminate 后二代从 DATA Tag 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F3350-99FD-43FF-97BC-E3DF83E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7363B-C3B9-4E33-87F9-9BF5F21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46328-F3F8-46F0-889E-013FCB01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nodeId 跨代不变，incarnation_id 随进程变化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44191-6A8E-493D-8B4C-824FE63B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1B27D-CB68-423C-AD75-654A082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278BA-6AF5-498E-8122-0EF260FD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旧 router 目标在 tombstone 后不可访问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487A5-07B2-4232-B1A0-BBC05660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2EC1D-9DD7-4F17-A59D-3EE7C6C6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05AE0-90DA-4FBA-B5B1-E2641262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005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服务重启后仍可查询历史 succeeded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0672D-A28C-4044-9A44-46D64FDB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9184A-CAD7-4B79-9606-A92CDE4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1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C054C-9477-4C78-BA32-29FFFCAF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350" b="0">
                <a:solidFill>
                  <a:srgbClr val="252525"/>
                </a:solidFill>
                <a:latin typeface="HarmonyOS Sans SC"/>
                <a:ea typeface="HarmonyOS Sans SC"/>
                <a:cs typeface="HarmonyOS Sans SC"/>
              </a:rPr>
              <a:t>活动 Workspace 删除返回 503，终止后重试成功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68ACC-6A82-42CD-B49A-93DB85B9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1719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solidFill>
              <a:srgbClr val="25252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9F95F-47CA-4C6D-8526-8F8735D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17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E6945-CC97-4F60-81A6-94925A3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生产化重点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383C4-C856-42D0-A964-ECBC2CD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以 ate-api gRPC client 取代 kubectl-ate 子进程。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以 PostgreSQL 等事务存储取代单机 JSON journal。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多副本按 Workspace 增加分布式锁与 fencing。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入口补齐 TLS、工作负载身份、Project / Workspace 授权与审计。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增加连接配额、超时与主动 ping。</a:t>
            </a:r>
          </a:p>
          <a:p xmlns:a="http://schemas.openxmlformats.org/drawingml/2006/main">
            <a:pPr marL="203200" indent="-101600">
              <a:lnSpc>
                <a:spcPct val="108000"/>
              </a:lnSpc>
              <a:spcAft>
                <a:spcPts val="500"/>
              </a:spcAft>
              <a:buNone/>
              <a:def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75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补齐 Agent 执行、审批、成果保存与 bundle 重试协议。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E1A810-7BC5-423A-8C8A-00A033B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E8F0B4-BE33-4728-A138-8064EE30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1">
                <a:solidFill>
                  <a:srgbClr val="FFFFFF"/>
                </a:solidFill>
                <a:latin typeface="HarmonyOS Sans SC"/>
                <a:ea typeface="HarmonyOS Sans SC"/>
                <a:cs typeface="HarmonyOS Sans SC"/>
              </a:rPr>
              <a:t>建议：先在受控单集群完成联调与容量基线，再开展高可用与安全加固。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414450-40BA-4E27-8AA8-CB70931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00" b="0">
                <a:solidFill>
                  <a:srgbClr val="8A8A8A"/>
                </a:solidFill>
                <a:latin typeface="HarmonyOS Sans SC"/>
                <a:ea typeface="HarmonyOS Sans SC"/>
                <a:cs typeface="HarmonyOS Sans SC"/>
              </a:rPr>
              <a:t>ORA Agent Substrate Sandbox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A4E80-0CFD-4927-8A56-F268CC4B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975" b="1">
                <a:solidFill>
                  <a:srgbClr val="C7000B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0164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2026-09-29T09:58:13.7660000Z</dcterms:created>
  <dcterms:modified xsi:type="dcterms:W3CDTF">2026-09-29T09:58:13.7660000Z</dcterms:modified>
</coreProperties>
</file>